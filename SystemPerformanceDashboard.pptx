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84200-40CD-49E1-8E77-DA56D20D1B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9C0932-0449-450A-9D99-B355CD0982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E3A494-C82F-4D7A-8000-AFC667343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51C91-A099-4E94-9EE7-BA67FF7A80D0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B56A1-2B1C-46C4-8323-4DE922FD0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69252-801A-493B-9CD2-1972932AE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B05EA-ABE2-4F5F-8A5C-D253A79BE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647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DF4C5-9577-4838-AABB-D5DB433FC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F721F2-A26F-4E46-B31A-B147A0F6E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0F3742-C824-49FB-8917-F3DB7F117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51C91-A099-4E94-9EE7-BA67FF7A80D0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0A6F42-C61B-443F-A36E-CF61B96A7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1A64D4-0DBA-4C4F-89E0-492F74ED7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B05EA-ABE2-4F5F-8A5C-D253A79BE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059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3D3FA-FD4E-434F-AE1B-B9A0994E4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03BCDE-8091-4D09-AE42-39CBE2067D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448280-F84D-491F-8C41-9210A2D0F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51C91-A099-4E94-9EE7-BA67FF7A80D0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1DA120-EA24-4C90-B356-D9E2B6C84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6D9E0-3FDD-4496-871D-1DA80B509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B05EA-ABE2-4F5F-8A5C-D253A79BE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085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6C3BB-B0A1-41A8-9A76-824C154F6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C7DDB-23BB-40DE-A600-BCE364584A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9A483B-9E2F-4E36-8DB5-4B3A50CC99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1A52D-E905-40AC-88F0-8EDF425A5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51C91-A099-4E94-9EE7-BA67FF7A80D0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E9DCAC-7EC0-4B40-8A06-8AABB56D2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6F3EA3-95AD-4C83-B8CE-3C4932CFC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B05EA-ABE2-4F5F-8A5C-D253A79BE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918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D8CB0-0C18-4F96-8488-D96F5822B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B2CEF2-8872-454A-8AE4-2BFDF56A2F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077B7C-64EB-435C-8549-6618EAB132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B5B267-B8BD-40FC-A526-757CC16447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EBD815-D91B-4BBA-9D52-1D3C6D6842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975062-F03B-4EB1-9189-6D619064E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51C91-A099-4E94-9EE7-BA67FF7A80D0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7BC333-BE0E-4053-9FDC-7D97210D9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1E70BE-F5BC-4E9E-8497-37E6C9DAC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B05EA-ABE2-4F5F-8A5C-D253A79BE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877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DA686-D270-4727-B7FA-DC05B58FF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3EEB35-369C-467E-BA49-B449C1942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51C91-A099-4E94-9EE7-BA67FF7A80D0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B15665-BD99-4BC3-961D-38AF69B81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A518F0-05D6-41E4-825E-18E7C64A6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B05EA-ABE2-4F5F-8A5C-D253A79BE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229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40CDF6-783A-4C8B-B9BA-F7FFD8E3D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51C91-A099-4E94-9EE7-BA67FF7A80D0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59234A-C311-46A4-BCBB-7F3A07E7F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7AF513-8803-4C80-9707-0ACBC703D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B05EA-ABE2-4F5F-8A5C-D253A79BE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404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E9808-6ECC-47D2-A17B-DA9ABF87C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62FC0-0170-4AE1-AD8D-3F9028B64A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7BDC20-5078-4E39-9F05-91C116BECC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6692FF-470A-4849-943C-7F49AB4FD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51C91-A099-4E94-9EE7-BA67FF7A80D0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2A8662-3A27-4AAD-8321-462A9851A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BAFE90-12EC-4647-A92B-73578DC61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B05EA-ABE2-4F5F-8A5C-D253A79BE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080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E1757-3D12-4668-8941-E777828AF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36A5CC-7379-4BEE-8032-352F054E17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1F2163-C11E-4332-9DA6-58E424858E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5811E2-9DB7-42ED-9B19-D7A8681B3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51C91-A099-4E94-9EE7-BA67FF7A80D0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86E7B9-F191-49E4-9020-3BDCA186A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99E44C-E46B-4D16-9151-70908B5F9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B05EA-ABE2-4F5F-8A5C-D253A79BE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646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598C7-084B-479F-8D43-48A067DEB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CB9900-EFAB-4237-BAD2-911C91B8D6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5F4E0A-76B0-4786-AB64-F3FE47353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51C91-A099-4E94-9EE7-BA67FF7A80D0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C8C53-7F05-492A-B6FD-2FCDD0F8F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BEFF0-32EA-4817-A16F-034003D4C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B05EA-ABE2-4F5F-8A5C-D253A79BE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660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AAC929-DC65-4978-A3E5-BAED6F4440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F89499-A905-42D6-97A7-5A89F5DC4A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A5045C-C9BC-4537-A052-481AC5CD5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51C91-A099-4E94-9EE7-BA67FF7A80D0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B37A9C-8A67-4144-8871-26BD086A5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32395-0298-46F1-893E-EE64B8B0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B05EA-ABE2-4F5F-8A5C-D253A79BE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450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5FA2FC-569C-40D0-B7F1-FA50AAC28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B703CC-EE88-419A-A3BB-29C16988F6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8B344F-B6FC-4C3D-8B13-1AF97F5829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051C91-A099-4E94-9EE7-BA67FF7A80D0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13587A-B7A4-4154-8950-6D738BC537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694471-35C0-44AF-B6F5-633EE150D3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EB05EA-ABE2-4F5F-8A5C-D253A79BE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595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B9B39-44AA-42A8-A8E2-E38FA98248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Title:</a:t>
            </a:r>
            <a:r>
              <a:rPr lang="en-US" dirty="0"/>
              <a:t> </a:t>
            </a:r>
            <a:r>
              <a:rPr lang="en-US" i="1" dirty="0"/>
              <a:t>System Performance Dashboard</a:t>
            </a:r>
            <a:br>
              <a:rPr lang="en-US" dirty="0"/>
            </a:br>
            <a:r>
              <a:rPr lang="en-US" b="1" dirty="0"/>
              <a:t>Course:</a:t>
            </a:r>
            <a:r>
              <a:rPr lang="en-US" dirty="0"/>
              <a:t> Operating Systems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047FE3-641A-4AA2-9AD3-8F136837B2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Presented By:</a:t>
            </a:r>
            <a:r>
              <a:rPr lang="en-US" dirty="0"/>
              <a:t> </a:t>
            </a:r>
            <a:r>
              <a:rPr lang="en-US" dirty="0" err="1"/>
              <a:t>Aurshia</a:t>
            </a:r>
            <a:r>
              <a:rPr lang="en-US" dirty="0"/>
              <a:t> Mudassar</a:t>
            </a:r>
          </a:p>
        </p:txBody>
      </p:sp>
    </p:spTree>
    <p:extLst>
      <p:ext uri="{BB962C8B-B14F-4D97-AF65-F5344CB8AC3E}">
        <p14:creationId xmlns:p14="http://schemas.microsoft.com/office/powerpoint/2010/main" val="29289211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7A622-FB4A-4B8A-B98B-0C1C9A24A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My Project Does: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9016F-0D83-4846-8CA6-3129CE6103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project monitors </a:t>
            </a:r>
            <a:r>
              <a:rPr lang="en-US" b="1" dirty="0"/>
              <a:t>real-time system performance</a:t>
            </a:r>
            <a:r>
              <a:rPr lang="en-US" dirty="0"/>
              <a:t>, including:</a:t>
            </a:r>
          </a:p>
          <a:p>
            <a:r>
              <a:rPr lang="en-US" dirty="0"/>
              <a:t>CPU Usage</a:t>
            </a:r>
          </a:p>
          <a:p>
            <a:r>
              <a:rPr lang="en-US" dirty="0"/>
              <a:t>RAM Usage</a:t>
            </a:r>
          </a:p>
          <a:p>
            <a:r>
              <a:rPr lang="en-US" dirty="0"/>
              <a:t>Disk Usage</a:t>
            </a:r>
          </a:p>
          <a:p>
            <a:r>
              <a:rPr lang="en-US" dirty="0"/>
              <a:t>Network Speed</a:t>
            </a:r>
          </a:p>
          <a:p>
            <a:r>
              <a:rPr lang="en-US" dirty="0"/>
              <a:t>Battery Status</a:t>
            </a:r>
          </a:p>
          <a:p>
            <a:r>
              <a:rPr lang="en-US" dirty="0"/>
              <a:t>It helps visualize how the Operating System manages hardware resources.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008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5C2D1-507A-48EC-B1C0-12B5FEDB5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This Project Matters: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6B211-441F-4F2A-9D9A-B3700D8384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Detects system slowness</a:t>
            </a:r>
          </a:p>
          <a:p>
            <a:r>
              <a:rPr lang="en-US" dirty="0"/>
              <a:t>Shows CPU load during multitasking</a:t>
            </a:r>
          </a:p>
          <a:p>
            <a:r>
              <a:rPr lang="en-US" dirty="0"/>
              <a:t>Shows memory pressure</a:t>
            </a:r>
          </a:p>
          <a:p>
            <a:r>
              <a:rPr lang="en-US" dirty="0"/>
              <a:t>Tracks battery health</a:t>
            </a:r>
          </a:p>
          <a:p>
            <a:r>
              <a:rPr lang="en-US" dirty="0"/>
              <a:t>Helps with troubleshooting and optimization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4038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C7BA9-1B89-4EA6-B48C-A07AA178D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OS Concepts Covered: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2B179-9678-4D44-AAEE-DF73F16E4F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CPU Scheduling</a:t>
            </a:r>
          </a:p>
          <a:p>
            <a:r>
              <a:rPr lang="en-US" dirty="0"/>
              <a:t>Memory Management</a:t>
            </a:r>
          </a:p>
          <a:p>
            <a:r>
              <a:rPr lang="en-US" dirty="0"/>
              <a:t>Process Management</a:t>
            </a:r>
          </a:p>
          <a:p>
            <a:r>
              <a:rPr lang="en-US" dirty="0"/>
              <a:t>Disk I/O &amp; File System</a:t>
            </a:r>
          </a:p>
          <a:p>
            <a:r>
              <a:rPr lang="en-US" dirty="0"/>
              <a:t>Network Stack Management</a:t>
            </a:r>
          </a:p>
          <a:p>
            <a:r>
              <a:rPr lang="en-US" dirty="0"/>
              <a:t>Power Management</a:t>
            </a:r>
          </a:p>
          <a:p>
            <a:r>
              <a:rPr lang="en-US" dirty="0"/>
              <a:t>System Calls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0423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CDF4C-64DC-45A0-A926-6EA10BF50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Tools &amp; Technologies Used: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E2AE3-FA49-4300-BA2A-2637BDCEA1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Tech Stack:</a:t>
            </a:r>
            <a:endParaRPr lang="en-US" dirty="0"/>
          </a:p>
          <a:p>
            <a:r>
              <a:rPr lang="en-US" dirty="0"/>
              <a:t>Python</a:t>
            </a:r>
          </a:p>
          <a:p>
            <a:r>
              <a:rPr lang="en-US" dirty="0" err="1"/>
              <a:t>psutil</a:t>
            </a:r>
            <a:endParaRPr lang="en-US" dirty="0"/>
          </a:p>
          <a:p>
            <a:r>
              <a:rPr lang="en-US" dirty="0" err="1"/>
              <a:t>Tkinter</a:t>
            </a:r>
            <a:r>
              <a:rPr lang="en-US" dirty="0"/>
              <a:t> (UI)</a:t>
            </a:r>
          </a:p>
          <a:p>
            <a:r>
              <a:rPr lang="en-US" dirty="0"/>
              <a:t>Matplotlib (optional)</a:t>
            </a:r>
          </a:p>
          <a:p>
            <a:r>
              <a:rPr lang="en-US" b="1" dirty="0"/>
              <a:t>Why </a:t>
            </a:r>
            <a:r>
              <a:rPr lang="en-US" b="1" dirty="0" err="1"/>
              <a:t>psutil</a:t>
            </a:r>
            <a:r>
              <a:rPr lang="en-US" b="1" dirty="0"/>
              <a:t>?</a:t>
            </a:r>
            <a:endParaRPr lang="en-US" dirty="0"/>
          </a:p>
          <a:p>
            <a:r>
              <a:rPr lang="en-US" dirty="0"/>
              <a:t>Reads system metrics from OS</a:t>
            </a:r>
          </a:p>
          <a:p>
            <a:r>
              <a:rPr lang="en-US" dirty="0"/>
              <a:t>Uses system calls</a:t>
            </a:r>
          </a:p>
          <a:p>
            <a:r>
              <a:rPr lang="en-US" dirty="0"/>
              <a:t>Cross‑platform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8601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E1818-FDA7-459A-8899-1C9C61C1B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</a:t>
            </a:r>
            <a:r>
              <a:rPr lang="en-US" b="1" dirty="0" err="1"/>
              <a:t>psutil</a:t>
            </a:r>
            <a:r>
              <a:rPr lang="en-US" b="1" dirty="0"/>
              <a:t> Works: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B632BF-98EB-4DD5-955C-86DD53907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psutil</a:t>
            </a:r>
            <a:r>
              <a:rPr lang="en-US" dirty="0"/>
              <a:t> accesses OS-level data using:</a:t>
            </a:r>
          </a:p>
          <a:p>
            <a:endParaRPr lang="en-US" dirty="0"/>
          </a:p>
          <a:p>
            <a:r>
              <a:rPr lang="en-US" dirty="0"/>
              <a:t>/proc (Linux)</a:t>
            </a:r>
          </a:p>
          <a:p>
            <a:endParaRPr lang="en-US" dirty="0"/>
          </a:p>
          <a:p>
            <a:r>
              <a:rPr lang="en-US" dirty="0"/>
              <a:t>Windows Management API</a:t>
            </a:r>
          </a:p>
          <a:p>
            <a:endParaRPr lang="en-US" dirty="0"/>
          </a:p>
          <a:p>
            <a:r>
              <a:rPr lang="en-US" dirty="0"/>
              <a:t>macOS system APIs</a:t>
            </a:r>
          </a:p>
          <a:p>
            <a:endParaRPr lang="en-US" dirty="0"/>
          </a:p>
          <a:p>
            <a:r>
              <a:rPr lang="en-US" dirty="0"/>
              <a:t>It collects:</a:t>
            </a:r>
          </a:p>
          <a:p>
            <a:r>
              <a:rPr lang="en-US" dirty="0"/>
              <a:t>CPU %, RAM %, Disk usage, Network stats, Battery data.</a:t>
            </a:r>
          </a:p>
        </p:txBody>
      </p:sp>
    </p:spTree>
    <p:extLst>
      <p:ext uri="{BB962C8B-B14F-4D97-AF65-F5344CB8AC3E}">
        <p14:creationId xmlns:p14="http://schemas.microsoft.com/office/powerpoint/2010/main" val="4252902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38796-E347-4DF7-ACD8-CB4C72D3A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 Architecture:</a:t>
            </a:r>
            <a:br>
              <a:rPr lang="en-US" b="1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5EF2EB1-5F7F-46E8-9BE5-A9FFB59882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2399" y="1663095"/>
            <a:ext cx="6028267" cy="4729237"/>
          </a:xfrm>
        </p:spPr>
      </p:pic>
    </p:spTree>
    <p:extLst>
      <p:ext uri="{BB962C8B-B14F-4D97-AF65-F5344CB8AC3E}">
        <p14:creationId xmlns:p14="http://schemas.microsoft.com/office/powerpoint/2010/main" val="16882867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D2193-45F6-4AE3-BA97-07113C3C6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 Features of the Dashboard: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B1A47-F9EE-4185-83DC-4BD90EE6F0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Live CPU usage</a:t>
            </a:r>
          </a:p>
          <a:p>
            <a:r>
              <a:rPr lang="en-US" dirty="0"/>
              <a:t>Live RAM usage</a:t>
            </a:r>
          </a:p>
          <a:p>
            <a:r>
              <a:rPr lang="en-US" dirty="0"/>
              <a:t>Disk space info</a:t>
            </a:r>
          </a:p>
          <a:p>
            <a:r>
              <a:rPr lang="en-US" dirty="0"/>
              <a:t>Network upload/download speed</a:t>
            </a:r>
          </a:p>
          <a:p>
            <a:r>
              <a:rPr lang="en-US" dirty="0"/>
              <a:t>Battery percentage</a:t>
            </a:r>
          </a:p>
          <a:p>
            <a:r>
              <a:rPr lang="en-US" dirty="0"/>
              <a:t>Auto-refresh every second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16593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CF0D0-56CC-4766-8D91-904C078D4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 Real-Life Use Cases: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CA8B8-138B-4A4F-9ABA-2BF88631F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system monitoring</a:t>
            </a:r>
          </a:p>
          <a:p>
            <a:r>
              <a:rPr lang="en-US" dirty="0"/>
              <a:t>Laptop health checking</a:t>
            </a:r>
          </a:p>
          <a:p>
            <a:r>
              <a:rPr lang="en-US" dirty="0"/>
              <a:t>Gaming performance checking</a:t>
            </a:r>
          </a:p>
          <a:p>
            <a:r>
              <a:rPr lang="en-US" dirty="0"/>
              <a:t>Educational OS demonstration</a:t>
            </a:r>
          </a:p>
          <a:p>
            <a:r>
              <a:rPr lang="en-US"/>
              <a:t>Troubleshooting slow systems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4146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227</Words>
  <Application>Microsoft Office PowerPoint</Application>
  <PresentationFormat>Widescreen</PresentationFormat>
  <Paragraphs>59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Title: System Performance Dashboard Course: Operating Systems</vt:lpstr>
      <vt:lpstr>What My Project Does: </vt:lpstr>
      <vt:lpstr>Why This Project Matters: </vt:lpstr>
      <vt:lpstr>OS Concepts Covered: </vt:lpstr>
      <vt:lpstr>Tools &amp; Technologies Used: </vt:lpstr>
      <vt:lpstr>How psutil Works: </vt:lpstr>
      <vt:lpstr>Project Architecture: </vt:lpstr>
      <vt:lpstr> Features of the Dashboard: </vt:lpstr>
      <vt:lpstr> Real-Life Use Cases: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Title: System Performance Dashboard Course: Operating Systems</dc:title>
  <dc:creator>USER</dc:creator>
  <cp:lastModifiedBy>USER</cp:lastModifiedBy>
  <cp:revision>1</cp:revision>
  <dcterms:created xsi:type="dcterms:W3CDTF">2025-11-26T22:00:10Z</dcterms:created>
  <dcterms:modified xsi:type="dcterms:W3CDTF">2025-11-26T22:01:11Z</dcterms:modified>
</cp:coreProperties>
</file>